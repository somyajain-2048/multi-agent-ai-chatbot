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Introduction to Blockchain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BEAFE"/>
                </a:solidFill>
              </a:rPr>
              <a:t>Understanding the Fundamentals of Blockchain Technology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What is Blockchain?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984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A decentralized, distributed digital ledger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842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Enables secure, transparent, and tamper-proof data storage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700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Uses cryptography for data protection and security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1/6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Key Components of Blockchain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984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Blocks: Contain a set of transactions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842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Chain: A sequence of blocks linked together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700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Network: A network of nodes that verify and validate transactions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2/6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How Blockchain Works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984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Transactions are broadcast to the network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842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Nodes verify and validate transactions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700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Transactions are combined into a block and added to the chain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3/6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Benefits of Blockchain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984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Enhanced security and transparency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842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Increased efficiency and speed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700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Reduced costs and improved scalability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4/6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Blockchain Applications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984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Cryptocurrencies: Bitcoin, Ethereum, etc.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842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Supply Chain Management: Tracking and verification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700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Smart Contracts: Automated contract execution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5/6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Future of Blockchain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984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Increased adoption and mainstream acceptance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842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Advancements in scalability and interoperability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700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Emergence of new use cases and applications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6/6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9260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Thank You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Blockchain</dc:title>
  <dc:subject>Introduction to Blockchain</dc:subject>
  <dc:creator>CortexAI</dc:creator>
  <cp:lastModifiedBy>CortexAI</cp:lastModifiedBy>
  <cp:revision>1</cp:revision>
  <dcterms:created xsi:type="dcterms:W3CDTF">2026-07-31T14:22:03Z</dcterms:created>
  <dcterms:modified xsi:type="dcterms:W3CDTF">2026-07-31T14:22:03Z</dcterms:modified>
</cp:coreProperties>
</file>