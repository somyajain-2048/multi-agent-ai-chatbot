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Artificial Intelligence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Emerging Technologies and Innovations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Machine Learning and Deep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Natural Language Processing and Computer Vision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AI in Industry and Everyday Life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AI in Healthcare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Disease Diagnosis and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Personalized Medicine and Treatment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Medical Imaging and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AI in Finance and Business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Predictive Analytics and Risk Management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Automated Trading and Portfolio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Customer Service and Chatbots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AI in Transportation and Logistics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Self-Driving Cars and Autonomous Vehicles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Route Optimization and Traffic Management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Supply Chain Management and Inventory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AI Ethics and Security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Data Privacy and Protection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Bias and Fairness in AI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Cybersecurity and AI-Related Threats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Future of AI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984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Emerging AI Technologies and Trends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Job Market and Skillset Shifts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700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Potential Impact on Society and Humanity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Trends</dc:title>
  <dc:subject>Artificial Intelligence Trends</dc:subject>
  <dc:creator>CortexAI</dc:creator>
  <cp:lastModifiedBy>CortexAI</cp:lastModifiedBy>
  <cp:revision>1</cp:revision>
  <dcterms:created xsi:type="dcterms:W3CDTF">2026-07-27T09:13:20Z</dcterms:created>
  <dcterms:modified xsi:type="dcterms:W3CDTF">2026-07-27T09:13:20Z</dcterms:modified>
</cp:coreProperties>
</file>