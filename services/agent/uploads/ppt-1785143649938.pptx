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563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15544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Arijit Singh: The Melodic Maestro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914400" y="25603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DBEAFE"/>
                </a:solidFill>
              </a:rPr>
              <a:t>A journey through the life and career of India's most beloved singer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563EB"/>
                </a:solidFill>
              </a:rPr>
              <a:t>Introduction to Arijit Singh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48640" y="777240"/>
            <a:ext cx="1097280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097280"/>
            <a:ext cx="10972800" cy="53035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41248" y="1298448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1170432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</a:rPr>
              <a:t>Born on April 25, 1987, in Jiaganj, Murshidabad, West Bengal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1783080"/>
            <a:ext cx="10972800" cy="530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41248" y="1984248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97280" y="1856232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</a:rPr>
              <a:t>Trained in classical music by his mother and guru Rajendra Prasad Hazari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" y="2468880"/>
            <a:ext cx="10972800" cy="53035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41248" y="2670048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97280" y="2542032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</a:rPr>
              <a:t>Rose to fame with the reality show Fame Gurukul in 2005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1064240" y="630936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1/6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563EB"/>
                </a:solidFill>
              </a:rPr>
              <a:t>Breakthrough and Success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48640" y="777240"/>
            <a:ext cx="1097280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097280"/>
            <a:ext cx="10972800" cy="53035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41248" y="1298448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1170432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</a:rPr>
              <a:t>Debuted in Bollywood with the song 'Phir Mohabbat' from the movie Murder 2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1783080"/>
            <a:ext cx="10972800" cy="530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41248" y="1984248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97280" y="1856232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</a:rPr>
              <a:t>Gained widespread recognition with the song 'Tum Hi Ho' from Aashiqui 2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" y="2468880"/>
            <a:ext cx="10972800" cy="53035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41248" y="2670048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97280" y="2542032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</a:rPr>
              <a:t>Won numerous awards, including the Filmfare Award for Best Male Playback Singer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1064240" y="630936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2/6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563EB"/>
                </a:solidFill>
              </a:rPr>
              <a:t>Notable Works and Collaborations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48640" y="777240"/>
            <a:ext cx="1097280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097280"/>
            <a:ext cx="10972800" cy="53035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41248" y="1298448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1170432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</a:rPr>
              <a:t>Collaborated with prominent music directors like Pritam, Shankar-Ehsaan-Loy, and Vishal-Shekhar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1783080"/>
            <a:ext cx="10972800" cy="530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41248" y="1984248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97280" y="1856232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</a:rPr>
              <a:t>Sung for various Bollywood films, including Barfi!, Yeh Jawaani Hai Deewani, and Ae Dil Hai Mushkil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" y="2468880"/>
            <a:ext cx="10972800" cy="53035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41248" y="2670048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97280" y="2542032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</a:rPr>
              <a:t>Performed with international artists, such as Asha Bhosle and Shreya Ghoshal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1064240" y="630936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3/6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563EB"/>
                </a:solidFill>
              </a:rPr>
              <a:t>Awards and Accolades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48640" y="777240"/>
            <a:ext cx="1097280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097280"/>
            <a:ext cx="10972800" cy="53035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41248" y="1298448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1170432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</a:rPr>
              <a:t>Won over 50 awards, including 6 Filmfare Awards and 2 National Film Awards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1783080"/>
            <a:ext cx="10972800" cy="530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41248" y="1984248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97280" y="1856232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</a:rPr>
              <a:t>Recognized as one of the most successful and influential singers in India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" y="2468880"/>
            <a:ext cx="10972800" cy="53035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41248" y="2670048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97280" y="2542032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</a:rPr>
              <a:t>Featured in Forbes India's Celebrity 100 list multiple times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1064240" y="630936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4/6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563EB"/>
                </a:solidFill>
              </a:rPr>
              <a:t>Personal Life and Philanthropy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48640" y="777240"/>
            <a:ext cx="1097280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097280"/>
            <a:ext cx="10972800" cy="53035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41248" y="1298448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1170432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</a:rPr>
              <a:t>Supports various charitable causes, including cancer research and education for underprivileged children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1783080"/>
            <a:ext cx="10972800" cy="530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41248" y="1984248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97280" y="1856232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</a:rPr>
              <a:t>Married to Koel Roy, a childhood friend and a non-resident Indian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" y="2468880"/>
            <a:ext cx="10972800" cy="53035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41248" y="2670048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97280" y="2542032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</a:rPr>
              <a:t>Keeps a low public profile, focusing on his music and personal life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1064240" y="630936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5/6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563EB"/>
                </a:solidFill>
              </a:rPr>
              <a:t>Legacy and Impact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48640" y="777240"/>
            <a:ext cx="1097280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097280"/>
            <a:ext cx="10972800" cy="53035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41248" y="1298448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1170432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</a:rPr>
              <a:t>Inspired a new generation of singers and music lovers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1783080"/>
            <a:ext cx="10972800" cy="530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41248" y="1984248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97280" y="1856232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</a:rPr>
              <a:t>Contributed to the revival of romantic and soulful music in Bollywood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" y="2468880"/>
            <a:ext cx="10972800" cy="53035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41248" y="2670048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97280" y="2542032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</a:rPr>
              <a:t>Remains one of the most sought-after and respected singers in the Indian music industry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1064240" y="630936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6/6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2926080"/>
            <a:ext cx="121889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Thank You</a:t>
            </a:r>
            <a:endParaRPr lang="en-US" sz="3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Arijit Singh: The Melodic Maestro</dc:title>
  <dc:subject>Arijit Singh: The Melodic Maestro</dc:subject>
  <dc:creator>CortexAI</dc:creator>
  <cp:lastModifiedBy>CortexAI</cp:lastModifiedBy>
  <cp:revision>1</cp:revision>
  <dcterms:created xsi:type="dcterms:W3CDTF">2026-07-27T09:14:09Z</dcterms:created>
  <dcterms:modified xsi:type="dcterms:W3CDTF">2026-07-27T09:14:09Z</dcterms:modified>
</cp:coreProperties>
</file>